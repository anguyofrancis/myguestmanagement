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3390" autoAdjust="0"/>
  </p:normalViewPr>
  <p:slideViewPr>
    <p:cSldViewPr snapToGrid="0" snapToObjects="1">
      <p:cViewPr varScale="1">
        <p:scale>
          <a:sx n="59" d="100"/>
          <a:sy n="59" d="100"/>
        </p:scale>
        <p:origin x="921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88720"/>
            <a:ext cx="19332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Aptos Display"/>
              </a:rPr>
              <a:t>Guest Management System
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5330" y="2527935"/>
            <a:ext cx="198554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endParaRPr dirty="0"/>
          </a:p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Anguyo Francis</a:t>
            </a:r>
          </a:p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Course: Database Systems</a:t>
            </a:r>
          </a:p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rPr sz="1200" dirty="0"/>
              <a:t>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6687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Aptos Display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06540"/>
            <a:ext cx="10698480" cy="205578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This presentation explains the Guest Management System from the problem it solves to the final implementation.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It covers the</a:t>
            </a:r>
            <a:endParaRPr lang="en-US"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 executive summary</a:t>
            </a:r>
            <a:endParaRPr lang="en-US"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business case</a:t>
            </a:r>
            <a:endParaRPr lang="en-US"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design, implementation, and the queries used in the system.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The last section includes the conclusion and references used during development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5151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74070"/>
            <a:ext cx="10698480" cy="156857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develops a centralized guest management system for a hospitality environment.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details, loyalty program information, feedback, and preferences in one place.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built using MySQL for the database and PHP for the web interface.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purpose is to improve organization, speed up service, and support a better guest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4920" y="583692"/>
            <a:ext cx="24597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Case: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698480" cy="15904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information is often kept in separate files or manually written records, which causes duplication and mistakes.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tracking, staff cannot easily remember guest preferences or provide personalized service.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rewards are difficult to manage when guest records are not linked to a structured database.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feedback may be collected informally and therefore not used to improve service quality.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of records takes time and reduces staff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23941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Case: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698480" cy="14285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all guest information in one structured database, making records easy to access and update.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preferences and feedback are saved so that future visits can be more personalized.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tiers can be assigned and managed automatically based on stored points or status.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reduces manual work and helps staff focus more on service delivery.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creates a foundation for reports and future data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6772" y="441198"/>
            <a:ext cx="248503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Aptos Display"/>
              </a:rPr>
              <a:t>Design: Logical Database </a:t>
            </a:r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6309360" cy="196264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lang="en-US" sz="1200" dirty="0"/>
              <a:t>The logical design describes the main data entities and how they relate to each other.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lang="en-US" sz="1200" dirty="0"/>
              <a:t>Guests is the central table because it stores the core record for every guest.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lang="en-US" sz="1200" dirty="0"/>
              <a:t>Loyalty Programs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  <a:r>
              <a:rPr lang="en-US" sz="1200" dirty="0"/>
              <a:t> loyalty tiers such as Silver, Gold, or Platinum.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lang="en-US" sz="1200" dirty="0"/>
              <a:t>Feedback Entries stores what guests say about their experience after a stay.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lang="en-US" sz="1200" dirty="0"/>
              <a:t>Guest Preferences stores things the guest likes, such as room type or meal preference.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lang="en-US" sz="1200" dirty="0"/>
              <a:t>The relationships are mostly one-to-many, meaning one guest can have many feedback or preference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66AF28-27E7-F8CD-C402-6F93A099D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819150"/>
            <a:ext cx="4802655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30011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Design: Physical Database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06540"/>
            <a:ext cx="10698480" cy="162277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The logical entities were converted into actual MySQL tables.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Each table uses a primary key to identify its records uniquely.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Foreign keys connect related tables and protect data consistency.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The database uses data types such as VARCHAR, INT, DATE, DATETIME, BOOLEAN, and TEXT.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/>
              <a:t>Constraints like UNIQUE, DEFAULT, and AUTO_INCREMENT improve the quality of stored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26387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6309360" cy="15256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is built with HTML and CSS to display the guest dashboard in a clear and friendly layout.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acts as the backend and handles requests such as viewing guests, filtering, and searching.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stores all records and returns the required results when the PHP code queries it.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browser, PHP server, and database work together to create a complete web-based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332046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Aptos Display"/>
              </a:rPr>
              <a:t>Implementation: Guest Management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6309360" cy="16551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gives the user one main screen for managing guest records.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search bar helps staff quickly find a guest by name or email.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options make it easier to separate VIP guests, blacklisted guests, or guests with preferences.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buttons allow the user to view, edit, or delete guest records.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design improves speed and makes the system easy to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63040"/>
            <a:ext cx="4069080" cy="4434840"/>
          </a:xfrm>
          <a:prstGeom prst="roundRect">
            <a:avLst/>
          </a:prstGeom>
          <a:solidFill>
            <a:srgbClr val="E9F2FC"/>
          </a:solidFill>
          <a:ln w="19050">
            <a:solidFill>
              <a:srgbClr val="276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766A0"/>
                </a:solidFill>
                <a:latin typeface="Aptos"/>
              </a:rPr>
              <a:t>Dashboard Screenshot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283725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Guests Table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698480" cy="16794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GuestID is the primary key and automatically increases for each new guest.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FirstName, LastName, Email, and Phone Number store identity and contact details.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Address, City, Country, Postal Code, and Nationality store location-related information.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IDType and Number are used for identification records.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IsVIP and IsBlacklisted indicate special status, while LoyaltyProgramID links the guest to a loyalty tier.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28773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LoyaltyPrograms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801" y="1453896"/>
            <a:ext cx="6728663" cy="13378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LoyaltyProgramID uniquely identifies each loyalty tier.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ProgramName stores the name of the tier, such as Bronze, Silver, or Gold.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MinPointsRequired shows the minimum points needed to qualify for the tier.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DiscountRate stores the benefit given to guests in that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34817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Aptos Display"/>
              </a:rPr>
              <a:t>Implementation: </a:t>
            </a:r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sz="1200" b="1" dirty="0">
                <a:solidFill>
                  <a:srgbClr val="122D55"/>
                </a:solidFill>
                <a:latin typeface="Aptos Display"/>
              </a:rPr>
              <a:t> and Preferences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698480" cy="11858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FeedbackEntries stores guest opinions, ratings, and comments after staying at the facility.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GuestPreferences stores personal choices that help the business offer tailored service.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tables are linked to Guests through GuestID, so each record belongs to a specific guest.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they help the business understand the guest better and improve future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24897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Essential Query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630936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retrieves guest names together with their loyalty tier.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the dashboard because it combines information from different tables in one result.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LEFT JOIN ensures that guests still appear even if they do not have a loyalty program assigned.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important part of displaying complete guest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799844"/>
            <a:ext cx="6355080" cy="2640836"/>
          </a:xfrm>
          <a:prstGeom prst="roundRect">
            <a:avLst/>
          </a:prstGeom>
          <a:solidFill>
            <a:srgbClr val="F5F7FA"/>
          </a:solidFill>
          <a:ln>
            <a:solidFill>
              <a:srgbClr val="BE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sz="12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g.FirstName</a:t>
            </a:r>
            <a:r>
              <a:rPr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2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g.LastName</a:t>
            </a:r>
            <a:r>
              <a:rPr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2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lp.ProgramName</a:t>
            </a:r>
            <a:r>
              <a:rPr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FROM Guests g
LEFT JOIN LoyaltyPrograms </a:t>
            </a:r>
            <a:r>
              <a:rPr sz="12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ON </a:t>
            </a:r>
            <a:r>
              <a:rPr sz="12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g.LoyaltyProgramID</a:t>
            </a:r>
            <a:r>
              <a:rPr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2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lp.LoyaltyProgramID</a:t>
            </a:r>
            <a:r>
              <a:rPr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70947A-8799-59D0-A4CE-2A3A2886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4316"/>
            <a:ext cx="6611193" cy="17739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24897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Essential Query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6309360" cy="223777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filters the database to show only VIP guests.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when the user selects the VIP filter on the dashboard.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helps staff focus on high-priority guests quickly.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conditions can also be used for blacklisted guests or search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87150"/>
            <a:ext cx="6355080" cy="2916370"/>
          </a:xfrm>
          <a:prstGeom prst="roundRect">
            <a:avLst/>
          </a:prstGeom>
          <a:solidFill>
            <a:srgbClr val="F5F7FA"/>
          </a:solidFill>
          <a:ln>
            <a:solidFill>
              <a:srgbClr val="BE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dirty="0">
                <a:solidFill>
                  <a:srgbClr val="222222"/>
                </a:solidFill>
                <a:latin typeface="Consolas"/>
              </a:rPr>
              <a:t>SELECT * FROM Guests
WHERE IsVIP =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594A1A-3006-5F79-98A9-CC0ECF01A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2694"/>
            <a:ext cx="6505996" cy="16290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93006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698480" cy="182507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Guest Management System provides a practical way to organize and use guest information.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service quality by supporting personalization, loyalty tracking, and feedback management.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reduces manual work and makes data easier to access.</a:t>
            </a:r>
          </a:p>
          <a:p>
            <a:pPr>
              <a:spcAft>
                <a:spcPts val="8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expanded later with bookings, payments, reports, or email notifications.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2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8859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22D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 /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14632"/>
            <a:ext cx="8066626" cy="1239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Documentation.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Man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ual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  <a:defRPr sz="2100">
                <a:solidFill>
                  <a:srgbClr val="222222"/>
                </a:solidFill>
                <a:latin typeface="Apto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book provided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6E6E"/>
                </a:solidFill>
              </a:rPr>
              <a:t>Guest Management System Project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1113</Words>
  <Application>Microsoft Office PowerPoint</Application>
  <PresentationFormat>Widescreen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Anguyo Francis</cp:lastModifiedBy>
  <cp:revision>32</cp:revision>
  <dcterms:created xsi:type="dcterms:W3CDTF">2013-01-27T09:14:16Z</dcterms:created>
  <dcterms:modified xsi:type="dcterms:W3CDTF">2026-05-07T06:41:51Z</dcterms:modified>
  <cp:category/>
</cp:coreProperties>
</file>